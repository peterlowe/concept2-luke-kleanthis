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105" d="100"/>
          <a:sy n="105" d="100"/>
        </p:scale>
        <p:origin x="12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63404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4258917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2141985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E89022-06AD-4A32-9A2F-758E1C9F6458}" type="datetimeFigureOut">
              <a:rPr lang="en-IE" smtClean="0"/>
              <a:t>19/11/2021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1317589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E89022-06AD-4A32-9A2F-758E1C9F6458}" type="datetimeFigureOut">
              <a:rPr lang="en-IE" smtClean="0"/>
              <a:t>19/11/2021</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307349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E89022-06AD-4A32-9A2F-758E1C9F6458}" type="datetimeFigureOut">
              <a:rPr lang="en-IE" smtClean="0"/>
              <a:t>19/11/2021</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603617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E89022-06AD-4A32-9A2F-758E1C9F6458}" type="datetimeFigureOut">
              <a:rPr lang="en-IE" smtClean="0"/>
              <a:t>19/11/2021</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42651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CE89022-06AD-4A32-9A2F-758E1C9F6458}" type="datetimeFigureOut">
              <a:rPr lang="en-IE" smtClean="0"/>
              <a:t>19/11/2021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347369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CE89022-06AD-4A32-9A2F-758E1C9F6458}" type="datetimeFigureOut">
              <a:rPr lang="en-IE" smtClean="0"/>
              <a:t>19/11/2021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2854481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4162665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38806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36772177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84606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2981873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150121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E89022-06AD-4A32-9A2F-758E1C9F6458}" type="datetimeFigureOut">
              <a:rPr lang="en-IE" smtClean="0"/>
              <a:t>19/11/2021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B329A24-4781-4739-B107-3662B904687B}" type="slidenum">
              <a:rPr lang="en-IE" smtClean="0"/>
              <a:t>‹#›</a:t>
            </a:fld>
            <a:endParaRPr lang="en-IE"/>
          </a:p>
        </p:txBody>
      </p:sp>
    </p:spTree>
    <p:extLst>
      <p:ext uri="{BB962C8B-B14F-4D97-AF65-F5344CB8AC3E}">
        <p14:creationId xmlns:p14="http://schemas.microsoft.com/office/powerpoint/2010/main" val="306441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CE89022-06AD-4A32-9A2F-758E1C9F6458}" type="datetimeFigureOut">
              <a:rPr lang="en-IE" smtClean="0"/>
              <a:t>19/11/2021</a:t>
            </a:fld>
            <a:endParaRPr lang="en-I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B329A24-4781-4739-B107-3662B904687B}" type="slidenum">
              <a:rPr lang="en-IE" smtClean="0"/>
              <a:t>‹#›</a:t>
            </a:fld>
            <a:endParaRPr lang="en-IE"/>
          </a:p>
        </p:txBody>
      </p:sp>
    </p:spTree>
    <p:extLst>
      <p:ext uri="{BB962C8B-B14F-4D97-AF65-F5344CB8AC3E}">
        <p14:creationId xmlns:p14="http://schemas.microsoft.com/office/powerpoint/2010/main" val="56512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D0EF0-A798-49BD-BD33-367EB76D74F3}"/>
              </a:ext>
            </a:extLst>
          </p:cNvPr>
          <p:cNvSpPr>
            <a:spLocks noGrp="1"/>
          </p:cNvSpPr>
          <p:nvPr>
            <p:ph type="ctrTitle"/>
          </p:nvPr>
        </p:nvSpPr>
        <p:spPr>
          <a:xfrm>
            <a:off x="1042416" y="2404534"/>
            <a:ext cx="8231587" cy="1646302"/>
          </a:xfrm>
        </p:spPr>
        <p:txBody>
          <a:bodyPr/>
          <a:lstStyle/>
          <a:p>
            <a:r>
              <a:rPr lang="en-IE" dirty="0"/>
              <a:t>Assassin’s Creed in Space</a:t>
            </a:r>
          </a:p>
        </p:txBody>
      </p:sp>
      <p:sp>
        <p:nvSpPr>
          <p:cNvPr id="3" name="Subtitle 2">
            <a:extLst>
              <a:ext uri="{FF2B5EF4-FFF2-40B4-BE49-F238E27FC236}">
                <a16:creationId xmlns:a16="http://schemas.microsoft.com/office/drawing/2014/main" id="{E2003A27-81F0-4D30-86C5-1C752920BD7F}"/>
              </a:ext>
            </a:extLst>
          </p:cNvPr>
          <p:cNvSpPr>
            <a:spLocks noGrp="1"/>
          </p:cNvSpPr>
          <p:nvPr>
            <p:ph type="subTitle" idx="1"/>
          </p:nvPr>
        </p:nvSpPr>
        <p:spPr/>
        <p:txBody>
          <a:bodyPr/>
          <a:lstStyle/>
          <a:p>
            <a:endParaRPr lang="en-IE"/>
          </a:p>
        </p:txBody>
      </p:sp>
    </p:spTree>
    <p:extLst>
      <p:ext uri="{BB962C8B-B14F-4D97-AF65-F5344CB8AC3E}">
        <p14:creationId xmlns:p14="http://schemas.microsoft.com/office/powerpoint/2010/main" val="2399547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468C4-BE8A-45B1-910C-858EB94A0D8F}"/>
              </a:ext>
            </a:extLst>
          </p:cNvPr>
          <p:cNvSpPr>
            <a:spLocks noGrp="1"/>
          </p:cNvSpPr>
          <p:nvPr>
            <p:ph type="title"/>
          </p:nvPr>
        </p:nvSpPr>
        <p:spPr/>
        <p:txBody>
          <a:bodyPr/>
          <a:lstStyle/>
          <a:p>
            <a:r>
              <a:rPr lang="en-IE" sz="7200" dirty="0"/>
              <a:t>Pillars</a:t>
            </a:r>
            <a:endParaRPr lang="en-IE" dirty="0"/>
          </a:p>
        </p:txBody>
      </p:sp>
      <p:sp>
        <p:nvSpPr>
          <p:cNvPr id="3" name="Content Placeholder 2">
            <a:extLst>
              <a:ext uri="{FF2B5EF4-FFF2-40B4-BE49-F238E27FC236}">
                <a16:creationId xmlns:a16="http://schemas.microsoft.com/office/drawing/2014/main" id="{9DDF2E24-F9BF-4478-B592-2FC4AA271FA1}"/>
              </a:ext>
            </a:extLst>
          </p:cNvPr>
          <p:cNvSpPr>
            <a:spLocks noGrp="1"/>
          </p:cNvSpPr>
          <p:nvPr>
            <p:ph idx="1"/>
          </p:nvPr>
        </p:nvSpPr>
        <p:spPr/>
        <p:txBody>
          <a:bodyPr>
            <a:normAutofit/>
          </a:bodyPr>
          <a:lstStyle/>
          <a:p>
            <a:r>
              <a:rPr lang="en-US" sz="2800" dirty="0"/>
              <a:t>Core concepts include refined stealth and combat against multiple opponents. </a:t>
            </a:r>
          </a:p>
          <a:p>
            <a:r>
              <a:rPr lang="en-US" sz="2800" dirty="0"/>
              <a:t>Other core elements are a great focus on exploration and discovery of a vast limitless universe</a:t>
            </a:r>
          </a:p>
          <a:p>
            <a:r>
              <a:rPr lang="en-US" sz="2800" dirty="0"/>
              <a:t>and an emotional expansive storyline. </a:t>
            </a:r>
          </a:p>
        </p:txBody>
      </p:sp>
    </p:spTree>
    <p:extLst>
      <p:ext uri="{BB962C8B-B14F-4D97-AF65-F5344CB8AC3E}">
        <p14:creationId xmlns:p14="http://schemas.microsoft.com/office/powerpoint/2010/main" val="2037677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3E09D-61C2-40DD-9EF9-2EAEFE126855}"/>
              </a:ext>
            </a:extLst>
          </p:cNvPr>
          <p:cNvSpPr>
            <a:spLocks noGrp="1"/>
          </p:cNvSpPr>
          <p:nvPr>
            <p:ph type="title"/>
          </p:nvPr>
        </p:nvSpPr>
        <p:spPr/>
        <p:txBody>
          <a:bodyPr>
            <a:normAutofit fontScale="90000"/>
          </a:bodyPr>
          <a:lstStyle/>
          <a:p>
            <a:r>
              <a:rPr lang="en-US" sz="6700" dirty="0"/>
              <a:t>Gameplay description</a:t>
            </a:r>
            <a:br>
              <a:rPr lang="en-US" dirty="0"/>
            </a:br>
            <a:endParaRPr lang="en-IE" dirty="0"/>
          </a:p>
        </p:txBody>
      </p:sp>
      <p:sp>
        <p:nvSpPr>
          <p:cNvPr id="3" name="Content Placeholder 2">
            <a:extLst>
              <a:ext uri="{FF2B5EF4-FFF2-40B4-BE49-F238E27FC236}">
                <a16:creationId xmlns:a16="http://schemas.microsoft.com/office/drawing/2014/main" id="{CB529274-EA7D-4323-B3EE-D0849C8F8372}"/>
              </a:ext>
            </a:extLst>
          </p:cNvPr>
          <p:cNvSpPr>
            <a:spLocks noGrp="1"/>
          </p:cNvSpPr>
          <p:nvPr>
            <p:ph idx="1"/>
          </p:nvPr>
        </p:nvSpPr>
        <p:spPr/>
        <p:txBody>
          <a:bodyPr>
            <a:normAutofit/>
          </a:bodyPr>
          <a:lstStyle/>
          <a:p>
            <a:r>
              <a:rPr lang="en-US" sz="2400" dirty="0"/>
              <a:t>The gameplay loop consists of enticing and rewarding combat that gives players just the right number of difficulty for them to keep coming back for more.</a:t>
            </a:r>
          </a:p>
          <a:p>
            <a:r>
              <a:rPr lang="en-US" sz="2400" dirty="0"/>
              <a:t>Enemies are scaled gradually to stay on par with the player and offer a balanced yet challenging experience.</a:t>
            </a:r>
          </a:p>
          <a:p>
            <a:r>
              <a:rPr lang="en-US" sz="2400" dirty="0"/>
              <a:t>The player will be overwhelmed by opportunities to explore the vastness of space. The majority of their time will be exploration, the progression of the main storyline and the rewarding mastery of the combat loop.</a:t>
            </a:r>
          </a:p>
          <a:p>
            <a:endParaRPr lang="en-IE" sz="2400" dirty="0"/>
          </a:p>
        </p:txBody>
      </p:sp>
    </p:spTree>
    <p:extLst>
      <p:ext uri="{BB962C8B-B14F-4D97-AF65-F5344CB8AC3E}">
        <p14:creationId xmlns:p14="http://schemas.microsoft.com/office/powerpoint/2010/main" val="152901470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TotalTime>
  <Words>125</Words>
  <Application>Microsoft Office PowerPoint</Application>
  <PresentationFormat>Widescreen</PresentationFormat>
  <Paragraphs>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Assassin’s Creed in Space</vt:lpstr>
      <vt:lpstr>Pillars</vt:lpstr>
      <vt:lpstr>Gameplay description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Assassin’s Creed in Space</dc:title>
  <dc:creator>Kleanthis Grigoriou</dc:creator>
  <cp:lastModifiedBy>Kleanthis Grigoriou</cp:lastModifiedBy>
  <cp:revision>1</cp:revision>
  <dcterms:created xsi:type="dcterms:W3CDTF">2021-11-19T13:49:58Z</dcterms:created>
  <dcterms:modified xsi:type="dcterms:W3CDTF">2021-11-19T13:56:26Z</dcterms:modified>
</cp:coreProperties>
</file>